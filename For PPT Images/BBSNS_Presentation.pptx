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230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97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02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0"/>
            <a:ext cx="320040" cy="5029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81843"/>
            <a:ext cx="914400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109728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6615" y="4126375"/>
            <a:ext cx="42707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63455" y="3955521"/>
            <a:ext cx="3617089" cy="228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1107695"/>
            <a:ext cx="45720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1" name="Text 8"/>
          <p:cNvSpPr/>
          <p:nvPr/>
        </p:nvSpPr>
        <p:spPr>
          <a:xfrm>
            <a:off x="2286000" y="111927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Presentation 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125237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Notarization System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57200" y="23346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— A Zero-Trust Platform for Digital Notarization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0" y="2750378"/>
            <a:ext cx="6400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8133" y="2809753"/>
            <a:ext cx="4007734" cy="82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tabLst>
                <a:tab pos="2870200" algn="l"/>
              </a:tabLst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Adhude Ganesh Sanjay	[B400580365]</a:t>
            </a:r>
          </a:p>
          <a:p>
            <a:pPr marL="0" indent="0" algn="ctr">
              <a:buNone/>
              <a:tabLst>
                <a:tab pos="2870200" algn="l"/>
              </a:tabLst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Shubham Vilas	[B400580398]</a:t>
            </a:r>
          </a:p>
          <a:p>
            <a:pPr marL="0" indent="0" algn="ctr">
              <a:buNone/>
              <a:tabLst>
                <a:tab pos="2870200" algn="l"/>
              </a:tabLst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Shaikh Humera Ibrahim	[B400580414] </a:t>
            </a:r>
          </a:p>
          <a:p>
            <a:pPr marL="0" indent="0" algn="ctr">
              <a:buNone/>
              <a:tabLst>
                <a:tab pos="2870200" algn="l"/>
              </a:tabLst>
            </a:pPr>
            <a:r>
              <a:rPr lang="en-US" sz="1150" dirty="0" err="1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Shivale</a:t>
            </a: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Bhakti Bhagwan	[B400580419]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369428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Mrs. Riya B. Shikare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34A527-0BCE-9222-81A2-EA2CF683046C}"/>
              </a:ext>
            </a:extLst>
          </p:cNvPr>
          <p:cNvSpPr txBox="1"/>
          <p:nvPr/>
        </p:nvSpPr>
        <p:spPr>
          <a:xfrm>
            <a:off x="2182531" y="4481348"/>
            <a:ext cx="4778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SAVITRIBAI PHULE PUNE UNIVERSITY 2025-2026</a:t>
            </a:r>
            <a:endParaRPr lang="LID4096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Overview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BBSNS?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" y="129844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is a full-stack, enterprise-grade decentralized platform that digitizes the traditional notary system. It replaces paper-based trust with immutable cryptographic proof by combining biometric identity, gasless blockchain signatures, cloud document storage, and multi-signature governance on BNB Smart Chain.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2176272"/>
            <a:ext cx="2788920" cy="2514600"/>
          </a:xfrm>
          <a:prstGeom prst="rect">
            <a:avLst/>
          </a:prstGeom>
          <a:solidFill>
            <a:srgbClr val="0F174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" y="2176272"/>
            <a:ext cx="54864" cy="25146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22128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0896" y="2523744"/>
            <a:ext cx="2624328" cy="211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notarization is slow &amp; fraud-prone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documents are hard to detect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verification mechanism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lack auditability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145536" y="2176272"/>
            <a:ext cx="2788920" cy="25146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45536" y="2176272"/>
            <a:ext cx="54864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5264" y="22128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55264" y="2523744"/>
            <a:ext cx="2624328" cy="211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document fingerprinting on blockchain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+ wallet identity verification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hash-based document verification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on-chain audit trail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9904" y="2176272"/>
            <a:ext cx="2788920" cy="251460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9904" y="2176272"/>
            <a:ext cx="54864" cy="2514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22128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Objective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99632" y="2523744"/>
            <a:ext cx="2624328" cy="211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 end-to-end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EIP-712 signatures for non-technical users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governance for system parameters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background workers for reliability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Technology Stack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8600" y="868680"/>
            <a:ext cx="1691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464" y="868680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65960" y="868680"/>
            <a:ext cx="20574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0824" y="868680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868680"/>
            <a:ext cx="47548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23944" y="868680"/>
            <a:ext cx="4681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234440"/>
            <a:ext cx="169164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65960" y="1234440"/>
            <a:ext cx="205740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69080" y="1234440"/>
            <a:ext cx="475488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3464" y="127101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20824" y="12710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/ React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23944" y="12710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rendered portal for Document Owners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8600" y="1682496"/>
            <a:ext cx="169164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65960" y="1682496"/>
            <a:ext cx="205740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1682496"/>
            <a:ext cx="475488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3464" y="17190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Client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20824" y="17190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23944" y="17190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sandboxed Notary console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28600" y="2130552"/>
            <a:ext cx="169164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65960" y="2130552"/>
            <a:ext cx="205740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69080" y="2130552"/>
            <a:ext cx="475488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3464" y="21671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020824" y="21671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123944" y="216712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orchestration &amp; cryptographic relay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28600" y="2578608"/>
            <a:ext cx="169164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65960" y="2578608"/>
            <a:ext cx="205740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69080" y="2578608"/>
            <a:ext cx="475488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83464" y="261518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020824" y="261518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/ Hardhat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123944" y="26151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decentralized source of truth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28600" y="3026664"/>
            <a:ext cx="169164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965960" y="3026664"/>
            <a:ext cx="205740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69080" y="3026664"/>
            <a:ext cx="475488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83464" y="30632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020824" y="3063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Smart Chain (BSC Testnet)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123944" y="30632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governance &amp; token economy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474720"/>
            <a:ext cx="169164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965960" y="3474720"/>
            <a:ext cx="205740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069080" y="3474720"/>
            <a:ext cx="475488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83464" y="35112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2020824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123944" y="3511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relational querying &amp; state caching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28600" y="3922776"/>
            <a:ext cx="169164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965960" y="3922776"/>
            <a:ext cx="205740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069080" y="3922776"/>
            <a:ext cx="4754880" cy="429768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83464" y="39593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2020824" y="39593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123944" y="39593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document vaulting with Object Lock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28600" y="4370832"/>
            <a:ext cx="169164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965960" y="4370832"/>
            <a:ext cx="205740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069080" y="4370832"/>
            <a:ext cx="4754880" cy="429768"/>
          </a:xfrm>
          <a:prstGeom prst="rect">
            <a:avLst/>
          </a:prstGeom>
          <a:solidFill>
            <a:srgbClr val="0A0F2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83464" y="440740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2020824" y="44074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 Workers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123944" y="44074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state reconciliation &amp; cleanup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82880" y="914400"/>
            <a:ext cx="2377440" cy="356616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" y="914400"/>
            <a:ext cx="23774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9144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 LAYER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" y="146304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146304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Portal (Owner)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608" y="210312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10312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Desktop Console (Notary)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697480" y="914400"/>
            <a:ext cx="2377440" cy="3566160"/>
          </a:xfrm>
          <a:prstGeom prst="rect">
            <a:avLst/>
          </a:prstGeom>
          <a:solidFill>
            <a:srgbClr val="0F1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97480" y="914400"/>
            <a:ext cx="23774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9144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APPLICATION LAYER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807208" y="146304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34640" y="146304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(Node/Express)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807208" y="210312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34640" y="210312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07208" y="274320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34640" y="274320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Storage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12080" y="914400"/>
            <a:ext cx="2377440" cy="356616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12080" y="914400"/>
            <a:ext cx="237744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57800" y="9144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BLOCKCHAIN LAYER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321808" y="146304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49240" y="146304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Contract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21808" y="210312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49240" y="210312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Contract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321808" y="2743200"/>
            <a:ext cx="215798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49240" y="274320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Governor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726680" y="914400"/>
            <a:ext cx="1188720" cy="3566160"/>
          </a:xfrm>
          <a:prstGeom prst="rect">
            <a:avLst/>
          </a:prstGeom>
          <a:solidFill>
            <a:srgbClr val="0F1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26680" y="914400"/>
            <a:ext cx="1188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0" y="91440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 LAYER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836408" y="1463040"/>
            <a:ext cx="96926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146304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(documents, users)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836408" y="2103120"/>
            <a:ext cx="96926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63840" y="210312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Intents Table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836408" y="2743200"/>
            <a:ext cx="969264" cy="493776"/>
          </a:xfrm>
          <a:prstGeom prst="rect">
            <a:avLst/>
          </a:prstGeom>
          <a:solidFill>
            <a:srgbClr val="0A0F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63840" y="274320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2560320" y="2423160"/>
            <a:ext cx="182880" cy="201168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074920" y="2423160"/>
            <a:ext cx="182880" cy="201168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589520" y="2423160"/>
            <a:ext cx="182880" cy="201168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Document Owner Flow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" y="868680"/>
            <a:ext cx="3840480" cy="3931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Register with Email + National ID + MetaMask Wallet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Sign up biometric check (face recognition)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Wallet binding: Cryptographic signature for identity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Log in with 3-factor auth (Email + Password + National ID + Wallet)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Upload document → system hashes it locally (SHA-256)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Buy NTKR tokens → burn tokens to pay notarization fee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7️⃣  Track document status → Receive verifiable PDF certificate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9664" y="832104"/>
            <a:ext cx="2496312" cy="19476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2" name="Image 1" descr="C:\Users\Lenovo\OneDrive\Desktop\Final_pro\BBSNS\For PPT Images\Working Proofs\Owner Sign Up Comple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868680"/>
            <a:ext cx="2423160" cy="1600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9664" y="2487168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Completed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169664" y="2615184"/>
            <a:ext cx="2496312" cy="19476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5" name="Image 2" descr="C:\Users\Lenovo\OneDrive\Desktop\Final_pro\BBSNS\For PPT Images\Working Proofs\Owner 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651760"/>
            <a:ext cx="2423160" cy="160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9664" y="4270248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729984" y="832104"/>
            <a:ext cx="2267712" cy="19476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8" name="Image 3" descr="C:\Users\Lenovo\OneDrive\Desktop\Final_pro\BBSNS\For PPT Images\Working Proofs\Owner Buying NTKR Tok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868680"/>
            <a:ext cx="2194560" cy="1600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9984" y="24871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NTKR Tokens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729984" y="2615184"/>
            <a:ext cx="2267712" cy="19476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1" name="Image 4" descr="C:\Users\Lenovo\OneDrive\Desktop\Final_pro\BBSNS\For PPT Images\Working Proofs\Owners Final Document Verifiable Certific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651760"/>
            <a:ext cx="2194560" cy="1600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29984" y="427024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Notarization Certificate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Registration &amp; Identity Verification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1879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Owner sign up Step 3 Biometric Check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11480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Biometric Face Check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398264" y="832104"/>
            <a:ext cx="45537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Owner Sign up step 4 Wallet bi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868680"/>
            <a:ext cx="448056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98264" y="2944368"/>
            <a:ext cx="4553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Wallet Binding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187952" cy="21762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Owner Sign up Step 4 Signature For Confirm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114800" cy="1828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882896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4b: Signature Confirmation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398264" y="2999232"/>
            <a:ext cx="4553712" cy="21762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Owner Sign In Sign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035808"/>
            <a:ext cx="4480560" cy="1828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98264" y="4882896"/>
            <a:ext cx="4553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Sign-In: Cryptographic Signature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Document Upload &amp; NTKR Token Economy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233672" cy="24963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Owner Document Upload Process And NTKR B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160520" cy="2148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3035808"/>
            <a:ext cx="4233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NTKR Burn Process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443984" y="832104"/>
            <a:ext cx="4553712" cy="24963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Notarize Document And Pay NT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868680"/>
            <a:ext cx="4480560" cy="2148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43984" y="3035808"/>
            <a:ext cx="4553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 &amp; Pay NTKR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3090672"/>
            <a:ext cx="4233672" cy="21762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Ower NTKR Burn Transaction Confir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127248"/>
            <a:ext cx="4160520" cy="1828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233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Burn Tx Confirmed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443984" y="3090672"/>
            <a:ext cx="4553712" cy="21762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Owner Dashboard Document Status changed to approv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127248"/>
            <a:ext cx="4480560" cy="1828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43984" y="4974336"/>
            <a:ext cx="4553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 Approved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Notary Registration &amp; Account Activation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Notary Register Phase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2834640" cy="19202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80720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Basic Info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118104" y="832104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Notary Register Phase 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868680"/>
            <a:ext cx="2834640" cy="1920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18104" y="280720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Document Upload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89904" y="832104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Notary Register Phase 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868680"/>
            <a:ext cx="283464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9904" y="2807208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Wallet Binding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46304" y="2907792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Notary Email For Activation Of Accou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944368"/>
            <a:ext cx="283464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" y="488289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Email Received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118104" y="2907792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3" name="Image 5" descr="C:\Users\Lenovo\OneDrive\Desktop\Final_pro\BBSNS\For PPT Images\Working Proofs\Notary Wallet Confirmation Before Activ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4680" y="2944368"/>
            <a:ext cx="2834640" cy="19202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118104" y="488289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Confirmation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6089904" y="2907792"/>
            <a:ext cx="290779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6" name="Image 6" descr="C:\Users\Lenovo\OneDrive\Desktop\Final_pro\BBSNS\For PPT Images\Working Proofs\Notary Account Activation Confir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2944368"/>
            <a:ext cx="2834640" cy="19202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089904" y="4882896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Activated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Notary Secure Login (Multi-Step Authentication)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Notary Login Step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Credentials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Notary Login Step 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94436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2FA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Notary Login Step 3.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3.1: Biometric Verify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99232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Notary Login Step 3.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035808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74336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3.2: Wallet Signature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Notary Dashboard &amp; Notarization Workflow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Notary Pending 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Documents Queue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Notary Action View Document for Notaris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94436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Document Details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Notary Process Info about document to approve 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Document Approval Info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99232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Notary Approved 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035808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74336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Approved View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Control Panel — Notary Governance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Admin Dashboard Notary Application Pending 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Notary Applications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Admin Dashboard Notary Application Deta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94436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Detail Review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Admin Finalizing Notary Role Onchain 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Role Assignment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99232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Admin Dashboard Notary Role Applied onchain confirm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035808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74336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Confirmed On-Chain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Blockchain Evidence &amp; Public Verification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6 All Contract and Deplo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Transactions on BscScan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z BBSNS Verification Of Document Hash For Tempe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94436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Public Verification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Owners Final Document Verifiable Certific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Certificate of Notarization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99232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Digital Certificate of confirmation 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035808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74336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Issued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 &amp; Infrastructure Proof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1 Cloud Conn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94436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SSH Connection (Ubuntu 22.04)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40487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2 Running Processes On 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94436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Processes (PM2 Cluster)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99232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3 Backend Runtime L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035808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743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 Runtime Logs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99232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4 Api Health 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035808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74336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 Check Response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Schema &amp; Security Architecture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4963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5 DB List of rel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148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303580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Database Relations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17720" y="868680"/>
            <a:ext cx="2148840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86868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27448" y="905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Document Sealing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27448" y="1216152"/>
            <a:ext cx="1984248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hashed locally before upload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 stored on-chain, never the file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858000" y="868680"/>
            <a:ext cx="2148840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0" y="868680"/>
            <a:ext cx="54864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67728" y="905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ECDSA Signatures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67728" y="1216152"/>
            <a:ext cx="1984248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structured data signing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relay to blockchain via API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17720" y="2404872"/>
            <a:ext cx="2148840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17720" y="2404872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27448" y="2441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Middleware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727448" y="2752344"/>
            <a:ext cx="1984248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route verified server-side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wallet_address recovery from signature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858000" y="2404872"/>
            <a:ext cx="2148840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0" y="2404872"/>
            <a:ext cx="54864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67728" y="2441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Object Lock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967728" y="2752344"/>
            <a:ext cx="1984248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document storage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UUID-based S3 key — no filename exposure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82880" y="309067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Tables: users  •  documents  •  upload_intents  •  notary_applications  •  audit_logs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46304" y="3511296"/>
            <a:ext cx="4325112" cy="167335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1" name="Image 2" descr="C:\Users\Lenovo\OneDrive\Desktop\Final_pro\BBSNS\For PPT Images\Working Proofs\Notary Application Crea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547872"/>
            <a:ext cx="4251960" cy="13258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6304" y="4892040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Application in DB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581144" y="3511296"/>
            <a:ext cx="4416552" cy="167335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4" name="Image 3" descr="C:\Users\Lenovo\OneDrive\Desktop\Final_pro\BBSNS\For PPT Images\Working Proofs\Notary Approved 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547872"/>
            <a:ext cx="4343400" cy="1325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81144" y="4892040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Document Record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Architecture — Zero-Trust Design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64592" y="91440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592" y="914400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9509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3-Factor Authentication (Owners)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126187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(normalized)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Wallet Signature (EIP-712)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36392" y="91440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36392" y="914400"/>
            <a:ext cx="54864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9509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Identity Lock (Notaries)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46120" y="126187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at every login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state stored separately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login without passing check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08192" y="91440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08192" y="914400"/>
            <a:ext cx="54864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9509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Blockchain Evidence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0" y="126187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sealed on BNB Smart Chain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cannot be altered post-deploy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BscScan public explorer audit trail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64592" y="292608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4592" y="2926080"/>
            <a:ext cx="54864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Governance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4320" y="327355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3-of-N keys required for role changes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admin has full control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Notary role assignment voted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136392" y="292608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36392" y="2926080"/>
            <a:ext cx="54864" cy="1874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46120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Storage Security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46120" y="327355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pre-signed URLs (time-limited)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UUID-based keys — filenames never exposed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Lock prevents deletion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08192" y="2926080"/>
            <a:ext cx="2834640" cy="1874520"/>
          </a:xfrm>
          <a:prstGeom prst="rect">
            <a:avLst/>
          </a:prstGeom>
          <a:solidFill>
            <a:srgbClr val="0F174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08192" y="2926080"/>
            <a:ext cx="54864" cy="18745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 Integrity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17920" y="3273552"/>
            <a:ext cx="2670048" cy="147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worker reconciles DB vs chain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intents only on confirmed payment</a:t>
            </a:r>
            <a:endParaRPr lang="en-US" sz="1050" dirty="0"/>
          </a:p>
          <a:p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intervention required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End-to-End Document Lifecycle State Machine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20040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143000"/>
            <a:ext cx="129844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45920" y="1600200"/>
            <a:ext cx="256032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19656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19656" y="1143000"/>
            <a:ext cx="1298448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19656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865376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45536" y="1600200"/>
            <a:ext cx="256032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19272" y="1143000"/>
            <a:ext cx="129844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9272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364992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45152" y="1600200"/>
            <a:ext cx="256032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18888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18888" y="1143000"/>
            <a:ext cx="129844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88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864608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44768" y="1600200"/>
            <a:ext cx="256032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18504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18504" y="1143000"/>
            <a:ext cx="1298448" cy="4572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18504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364224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644384" y="1600200"/>
            <a:ext cx="256032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18120" y="1143000"/>
            <a:ext cx="1298448" cy="1417320"/>
          </a:xfrm>
          <a:prstGeom prst="rect">
            <a:avLst/>
          </a:prstGeom>
          <a:solidFill>
            <a:srgbClr val="0F17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18120" y="1143000"/>
            <a:ext cx="1298448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18120" y="114300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7863840" y="1645920"/>
            <a:ext cx="1207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20040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4904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uploads document. SHA-256 hash generated locally. Upload intent created in DB.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19656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874520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transferred to AWS S3 via pre-signed URL. UUID-based storage key assigned.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319272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74136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token payment verified on-chain. Intent locked. Awaiting notary assignment.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18888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73752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visible in Notary console. Notary reviews PDF and metadata securely.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318504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73368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signs EIP-712 payload off-chain. Signature relayed to smart contract.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818120" y="2743200"/>
            <a:ext cx="1298448" cy="2103120"/>
          </a:xfrm>
          <a:prstGeom prst="rect">
            <a:avLst/>
          </a:prstGeom>
          <a:solidFill>
            <a:srgbClr val="0A0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72984" y="2788920"/>
            <a:ext cx="12070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confirmed on BNB Smart Chain. PDF certificate issued. Record immutable.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🧑‍⚖️  Notary Application &amp; On-Chain Role Assignment Flow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4325112" cy="235915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Notary Application Cre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4251960" cy="201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898648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Application Submitted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81144" y="832104"/>
            <a:ext cx="4416552" cy="235915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Admin Dashboard Notary Role Applied onchain confir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868680"/>
            <a:ext cx="4343400" cy="20116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898648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On-Chain Role Assigned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146304" y="2962656"/>
            <a:ext cx="432511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Notary Account Activ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999232"/>
            <a:ext cx="4251960" cy="1920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" y="4937760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Notary: Account Activation Screen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81144" y="2962656"/>
            <a:ext cx="4416552" cy="2267712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Notary Account Activation Confirm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2999232"/>
            <a:ext cx="4343400" cy="1920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144" y="4937760"/>
            <a:ext cx="4416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Notary: Activation Confirmed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After Notarization — On-Chain Transaction Evidence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" y="83210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C:\Users\Lenovo\OneDrive\Desktop\Final_pro\BBSNS\For PPT Images\Working Proofs\After Notarisation Processes\Screenshot 2026-05-23 1912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68680"/>
            <a:ext cx="2834640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" y="256032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Tx Hash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127248" y="83210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4" name="Image 2" descr="C:\Users\Lenovo\OneDrive\Desktop\Final_pro\BBSNS\For PPT Images\Working Proofs\After Notarisation Processes\Screenshot 2026-05-23 1912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868680"/>
            <a:ext cx="2834640" cy="1664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27248" y="256032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Confirmation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108192" y="83210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7" name="Image 3" descr="C:\Users\Lenovo\OneDrive\Desktop\Final_pro\BBSNS\For PPT Images\Working Proofs\After Notarisation Processes\Screenshot 2026-05-23 191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868680"/>
            <a:ext cx="2834640" cy="16642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08192" y="256032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Interaction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46304" y="302666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0" name="Image 4" descr="C:\Users\Lenovo\OneDrive\Desktop\Final_pro\BBSNS\For PPT Images\Working Proofs\After Notarisation Processes\Screenshot 2026-05-23 1914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3063240"/>
            <a:ext cx="2834640" cy="16642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" y="475488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Transfer Record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127248" y="302666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3" name="Image 5" descr="C:\Users\Lenovo\OneDrive\Desktop\Final_pro\BBSNS\For PPT Images\Working Proofs\After Notarisation Processes\Screenshot 2026-05-23 1919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824" y="3063240"/>
            <a:ext cx="2834640" cy="16642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127248" y="475488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Stored On-Chain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6108192" y="3026664"/>
            <a:ext cx="2907792" cy="1975104"/>
          </a:xfrm>
          <a:prstGeom prst="rect">
            <a:avLst/>
          </a:prstGeom>
          <a:solidFill>
            <a:srgbClr val="0F1740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6" name="Image 6" descr="C:\Users\Lenovo\OneDrive\Desktop\Final_pro\BBSNS\For PPT Images\Working Proofs\After Notarisation Processes\Screenshot 2026-05-23 19193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3063240"/>
            <a:ext cx="2834640" cy="16642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08192" y="4754880"/>
            <a:ext cx="2907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 Event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9408" y="486460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" y="7315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Key Features &amp; Innovation Highlights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64592" y="91440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" y="1005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37744" y="1508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Auth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744" y="18470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3-factor auth with biometric + wallet binding — every actor cryptographically verified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04872" y="91440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04872" y="1005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⛓️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478024" y="1508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Finality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78024" y="18470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hashes permanently sealed on BNB Smart Chain — immutable &amp; publicly auditable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45152" y="91440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1005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718304" y="1508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Signing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18304" y="18470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off-chain signatures relayed by API — non-technical users need no ETH for gas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885432" y="91440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85432" y="1005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58584" y="1508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Vault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58584" y="18470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with Object Lock — UUID-keyed storage, time-limited signed URLs, no filename exposure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4592" y="288036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237744" y="34747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Workers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37744" y="38130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reconciliation workers auto-sync DB with blockchain — zero manual intervention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404872" y="288036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04872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2478024" y="34747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Governance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478024" y="38130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admin control — critical role changes require consensus among governance keys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45152" y="288036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4718304" y="34747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18304" y="38130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generates an immutable forensic log — full compliance-grade accountability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885432" y="2880360"/>
            <a:ext cx="2148840" cy="1828800"/>
          </a:xfrm>
          <a:prstGeom prst="rect">
            <a:avLst/>
          </a:prstGeom>
          <a:solidFill>
            <a:srgbClr val="0F17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85432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6958584" y="34747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Certificate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58584" y="38130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with QR code — public verification via SHA-256 hash without trusting BBSNS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02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029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371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371600" y="2084832"/>
            <a:ext cx="64008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76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— BBSNS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6700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Adhude Ganesh Sanjay [B400580365]  ·  Mate Shubham Vilas [B400580398]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Shaikh Humera Ibrahim [B400580414]  ·  Shivale Bhakti Bhagwan [B400580419]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4015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Riya B. Shikare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  |  Department of Computer Engineering  |  2025–26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app.bbsns.online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1206</Words>
  <Application>Microsoft Office PowerPoint</Application>
  <PresentationFormat>On-screen Show (16:9)</PresentationFormat>
  <Paragraphs>259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Shubham Mate</cp:lastModifiedBy>
  <cp:revision>2</cp:revision>
  <dcterms:created xsi:type="dcterms:W3CDTF">2026-06-21T18:22:48Z</dcterms:created>
  <dcterms:modified xsi:type="dcterms:W3CDTF">2026-06-21T18:38:49Z</dcterms:modified>
</cp:coreProperties>
</file>