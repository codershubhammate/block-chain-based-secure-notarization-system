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CAPSTONE PROJECT PRESENTATION (2025-26)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BBSNS: A Zero-Trust, Decentralized Identity and Verification Architecture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Adhude Ganesh Sanjay [B400580365]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Shubham Vilas [B400580398]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Shaikh Humera Ibrahim [B400580414]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Shivale Bhakti Bhagwan [B400580419]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Mrs. Riya B. Shikare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— Capstone Project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Agenda &amp; Table of 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Research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Challenges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Survey Table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Project Objectives &amp; Goals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 Design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Flow Diagrams (DFD L0 &amp; L1)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Execution &amp; Proofs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Security &amp; Daemon Subsystems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Requirement Specifications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Technical Stack Details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Algorithms &amp; Modules Overview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Project Features &amp; Advantages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Outputs &amp; References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 &amp; Background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decentralized ledger ensuring transparency and immutability.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notarization is highly centralized, manual, and prone to corruption.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introduces trustless, secure, and fair document verification.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EIP-712 structured signatures to establish individual cryptographic identity.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 &amp; Background (Cont.)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uses smart contracts to make the notarization process transparent, secure, and tamper-proof.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verification authenticity, prevents fraud, and builds trust among all users.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physical paper queues, reduces operational overhead, and ensures fair selection of notaries through automated audits.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 &amp; Challenges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Notarization Flaws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vulnerability: Paper certificates can be easily lost, damaged, or stolen.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immediate public verification: Verifying stamps/signatures requires physical archives.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to forgery: Signature/stamps can be copied or printed illegally.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overhead: Delays in queuing and manual record retrieval.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sharing risks: Notary licenses can be misused by unauthorized staff.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Blockchain Solutions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document hashes: SHA-256 document hashing ensures tamper detection.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verification: Anyone can instantly verify document status via blockchain hash lookup.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signatures: Ensures transactions are mathematically tied to verified wallets.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match: Ties notary console access directly to verified physical identity.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trail: On-chain event logs provide auditability for all approvals.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Literature Survey Table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9260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Identified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Blockchain-based Document Authentication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Doe, A. Smith (2021)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 using SHA-256 hashing to represent academic certificates on Ethereum blockchain.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gas fees for upload/certification transactions.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Notary Architecture on Smart Contracts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Patel, S. Wang (2022)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 public verifiability using smart contract storage queries and web endpoints.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Relied on centralized wallets, lacking signature binding.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Zero-Trust Security Models in Cloud Computing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Miller, L. Brown (2020)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strict API middleware signature recovery mechanisms and gateway controls.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blockchain ledger integration; database dependent.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EIP-712 Typed Structured Data Signing in DApps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Chen, Y. Nakamura (2023)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off-chain signature relay mechanisms where gas fees are paid by relay servers.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 blob storage or identity auditing scope.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 Authentication in Decentralized Networks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Lopez, P. Gupta (2022)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issues on-chain; template matching was slow.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Project Objectives &amp;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objectives for developing the BBSNS system include:</a:t>
            </a:r>
            <a:endParaRPr lang="en-US" sz="1350" dirty="0"/>
          </a:p>
          <a:p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Tamper-Proof Document Storage: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Ensure document contents cannot be edited or modified post-upload by securing SHA-256 hashes on the blockchain.</a:t>
            </a:r>
            <a:endParaRPr lang="en-US" sz="1350" dirty="0"/>
          </a:p>
          <a:p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Gasless Transaction Relay (EIP-712):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Allow users to sign documents and burn NTKR tokens off-chain without spending BNB on gas fees.</a:t>
            </a:r>
            <a:endParaRPr lang="en-US" sz="1350" dirty="0"/>
          </a:p>
          <a:p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Biometric Verification Gate: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Integrate face recognition for notary logins, preventing credentials from being shared or hijacked.</a:t>
            </a:r>
            <a:endParaRPr lang="en-US" sz="1350" dirty="0"/>
          </a:p>
          <a:p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Multi-Signature Governance System: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Provide on-chain voting where admins collectively approve/register new notaries to maintain system trust.</a:t>
            </a:r>
            <a:endParaRPr lang="en-US" sz="1350" dirty="0"/>
          </a:p>
          <a:p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Self-Healing Background System Workers: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Design non-blocking background workers that reconcile payment states and perform automatic data cleanup.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System Architecture Design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(Document Owners)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Electron 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(Notaries Panel)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MetaMask SDK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(Wallet Signatures)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FaceAPI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REST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 Cluster Manager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Actor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(Role Verification)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Relay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(EIP-712 Handler)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BNB Smart Chain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NotaryRegistry.sol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(License Directory)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DocumentNotary.sol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(On-Chain Hashes)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NTKRToken.sol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(ERC-20 Burn Log)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(Metadata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Audit Logs)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(Versioned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Encrypted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2240280"/>
            <a:ext cx="2194560" cy="10972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Notary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1783080"/>
            <a:ext cx="182880" cy="41148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Roles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2468880"/>
            <a:ext cx="1097280" cy="146304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86000" y="2926080"/>
            <a:ext cx="1097280" cy="146304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468880"/>
            <a:ext cx="1097280" cy="146304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1097280" cy="146304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Approval Signature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1)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Upload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Review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PostgreSQL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AWS S3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Security &amp; Daemon Subsystems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Auth (FaceAPI.js)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TensorFlow-backed FaceAPI.js in browser/Electron.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68-point facial landmark vectors at login.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features against facial templates captured during registration to prevent spoofing.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Cryptographic Relay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signs typed structured payloads locally via MetaMask.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immediate on-chain gas fee transactions.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signature to backend API, which executes public on-chain execution, saving gas costs.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Token Utility &amp; Burning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ERC-20 utility token deployed on BNB Smart 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notarization requires user to burn fixed NTKR.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tokenomics-driven governance &amp; abuse control.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&amp; Background Scavengers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in multi-instance PM2 cluster configuration.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workers automatically reconcile pending/paid DB intents against blockchain transaction receipts.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Project Requirements Specification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Onboarding: Email authentication, Face check template registration, MetaMask binding.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Lifecycle: Local hashing, secure S3 pre-signed upload, token burn, queue allocation.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Operations: Biometric lock gate login, document validation panel, EIP-712 structured signing.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Governance: Application auditing interface, role allocation smart contract call execution.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Complete zero-trust routing. All signatures validated cryptographically on backend and contract.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API endpoints respond under 800ms. Token validation queries completed in &lt;1s.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Self-healing background processes automatically restart on runtime errors.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Object lock prevents files from being modified. Database records map directly to on-chain hashes.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Techniques &amp; Technical Stack Details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&amp; Purpose in BBSNS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Express.js, PM2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S3,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BNB Smart Chain (BSC), Solidity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 layer, custom NTKR tokens, notary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Hardhat, Ethers.js, Web3.js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Core Algorithms &amp; Modules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BBSNS platform is built around 5 core cryptographic and state algorithms: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Client-Side Document Hashing (SHA-256):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EIP-712 Off-Chain Typed Signing (ECDSA):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Machine Automation: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Scavenger Reconciliation Worker: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Runs in the background, validating that payment events have occurred and cleaning up orphan uploads without locking databases.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1: SHA-256 Document Hashing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Cryptographic Hashing 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Client-Side Hashing?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exposure of sensitive documents to intermediate networks.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32-byte hash (SHA-256) is generated directly in browser sandbox.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document hash serves as a unique fingerprint.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User selects a PDF document on the Web Portal.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JavaScript FileReader reads file into binary array buffer.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Crypto-library computes SHA-256 checksum.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Checksum is sent to API to create upload intent in database.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Immutability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guarantees: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Pre-image resistance: Cannot reverse-engineer document from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Collision resistance: No two documents share the same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Avalanche effect: Changing a single character in the document completely alters the output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Hash: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Once the hash is logged on the BNB Smart Chain ledger, any future alteration can be immediately detected.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2: EIP-712 Signature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Relay Flow: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3: Document State Machine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flows through a linear, non-reversible state machine, ensuring status compliance.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checks are performed at every API route using 'actor.js' middleware.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transaction out-of-order will trigger error, preserving storage and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4: Scavenger Background Worker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State Reconciliation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Functionality: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Background worker runs asynchronously on the Express server.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Scavenges the database for expired 'UPLOAD_INTENT' records.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Reconciles payment states by verifying token burn transactions.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Database creates an intent record valid for 1 hour.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If S3 upload or payment fails, intent stays 'PENDING_PAYMENT'.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Scavenger checks blockchain for NTKR burn receipt.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If payment matches, intent promoted to 'PAID' state.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Otherwise, record is safely deleted, cleaning storage.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Integrity &amp; Locking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Architecture: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Worker runs in isolated thread utilizing separate PG client.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NOT lock main transaction tables during operation, preventing API deadlocks.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Keeps PostgreSQL database clean and AWS S3 storage optimized by cleaning up orphaned files.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Integration: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 events are written to the 'audit_logs' table on every state transition, ensuring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was developed using the Agile SCRUM Framework: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Iterative Sprint Development: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Continuous Integration &amp; Prototyping: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Utilized Hardhat to prototype smart contracts in local EVM sandbox before moving to BNB Smart Chain testnet.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Comprehensive Testing &amp; Validation: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Executed unit tests for EIP-712 verification logic, PostgreSQL database constraints, and API router permissions.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Cloud Deployment &amp; PM2 Setup: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Key Project Features &amp; Innovations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Highlights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Web User Portal: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 ERC-20 NTKR utility token burn pay system.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EIP-712 structured signing bypasses gas fees.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Biometric Security Lock: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Facial biometric check before notarizing prevents credential theft or hijacked sessions.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S3 Blob Vaulting: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UUID-based S3 keys prevent document URL enumeration.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Governance: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Multi-sig consensus required to add, authorize, or revoke notary licenses on-chain.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Hash Verifier Tool: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Independent web tool verifies document hash against ledger to confirm authenticity.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Infrastructure: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PM2 auto-clustering + background state reconciliation scavenger workers.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System Advantages &amp; Business Value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Cryptographic Security &amp; Anti-Forgery: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are sealed using SHA-256 and ECDSA. The system detects any document modification instantly.</a:t>
            </a:r>
            <a:endParaRPr lang="en-US" sz="1250" dirty="0"/>
          </a:p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Cost Efficiency for End-Users: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Gasless transactions relay ensures users do not need to buy BNB or pay high network gas fees to notarize files.</a:t>
            </a:r>
            <a:endParaRPr lang="en-US" sz="1250" dirty="0"/>
          </a:p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Robust Identity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Combining email, national IDs, MetaMask wallet addresses, and biometrics forms a solid 3-factor authentication.</a:t>
            </a:r>
            <a:endParaRPr lang="en-US" sz="1250" dirty="0"/>
          </a:p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Fast and Accessible Public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Eliminates manual verification delays. Anyone can upload a PDF and instantly verify its status on the public explorer.</a:t>
            </a:r>
            <a:endParaRPr lang="en-US" sz="1250" dirty="0"/>
          </a:p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 Availability &amp; Fault Tolerance: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Cloud-native Express backend is managed by PM2 cluster. Self-healing workers ensure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Core Technology: BNB Smart Chain (BSC)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Scope &amp; Enhancements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Automated Document Content Auditing: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OUTPUTS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screenshots demonstrating owner, notary, and governance 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Owner Dashboard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Biometric Enrollment Portal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MetaMask Wallet Binding Link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Upload &amp; NTKR Burn Prompt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Pending Document Queue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Verification Console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Approved Logs Queue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Admin Auditing Panel — Notary Request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On-Chain Notary License Activation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Public Document Verification Portal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Verifiable Notarization Certificate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Production Environment Status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Project Development Timeline &amp;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/ Deliverables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Initiation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analysis, architectural design, literature survey and documentation.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database schema design, AWS S3 object bucket setup, REST API gateway.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Blockchain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 smart contract coding, NTKR token design, Hardhat unit testing and scripting.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4: Client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web owner portal development, FaceAPI integration, Electron notary client coding.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5: Deploy &amp;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 cloud server setup, PM2 process config, end-to-end integration and QA testing.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Academic &amp; Technical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Satoshi Nakamoto, "Bitcoin: A Peer-to-Peer Electronic Cash System," Decentralized Ledger Standard Paper, 2008.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Nick Johnson, "EIP-712: Typed structured data hashing and signing," Ethereum Improvement Proposals, EIP-712,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Adhude Ganesh Sanjay, Mate Shubham Vilas, Shaikh Humera Ibrahim, Shivale Bhakti Bhagwan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Mrs. Riya B. Shikare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BBSNS Capstone Team</cp:lastModifiedBy>
  <cp:revision>1</cp:revision>
  <dcterms:created xsi:type="dcterms:W3CDTF">2026-06-21T19:37:25Z</dcterms:created>
  <dcterms:modified xsi:type="dcterms:W3CDTF">2026-06-21T19:37:25Z</dcterms:modified>
</cp:coreProperties>
</file>